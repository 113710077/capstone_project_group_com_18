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69" r:id="rId3"/>
    <p:sldId id="257" r:id="rId4"/>
    <p:sldId id="274" r:id="rId5"/>
    <p:sldId id="273" r:id="rId6"/>
    <p:sldId id="268" r:id="rId7"/>
    <p:sldId id="272" r:id="rId8"/>
    <p:sldId id="271" r:id="rId9"/>
    <p:sldId id="270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21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TITLE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</a:t>
            </a: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886409593"/>
              </p:ext>
            </p:extLst>
          </p:nvPr>
        </p:nvGraphicFramePr>
        <p:xfrm>
          <a:off x="553347" y="2721840"/>
          <a:ext cx="541867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8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Refer- Annexure-1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Refer- 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Annexure-1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 , Dr. </a:t>
            </a:r>
            <a:r>
              <a:rPr lang="en-US" sz="1800" b="1" i="0" u="none" strike="noStrike" cap="none" dirty="0" err="1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Geetha</a:t>
            </a:r>
            <a:r>
              <a:rPr lang="en-US" sz="1800" b="1" i="0" u="none" strike="noStrike" cap="none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Category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(Hardware / Software / Both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)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Description: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-hub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 (continuation)..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Innovation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-hub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Requirements: 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Analysis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of Problem </a:t>
            </a:r>
            <a:r>
              <a:rPr 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Statement </a:t>
            </a:r>
            <a:r>
              <a:rPr lang="en-US" sz="2000" dirty="0" smtClean="0">
                <a:latin typeface="Cambria" panose="02040503050406030204" pitchFamily="18" charset="0"/>
                <a:ea typeface="Cambria" panose="02040503050406030204" pitchFamily="18" charset="0"/>
              </a:rPr>
              <a:t>(contd...)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455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</a:t>
            </a: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[1]. A</a:t>
            </a:r>
            <a:r>
              <a:rPr lang="en-US" dirty="0"/>
              <a:t>. Kumar, B. R. Patel, and C. Zhang, “Plant disease </a:t>
            </a:r>
            <a:r>
              <a:rPr lang="en-US" dirty="0" smtClean="0"/>
              <a:t>identification </a:t>
            </a:r>
            <a:r>
              <a:rPr lang="en-US" dirty="0"/>
              <a:t>using convolutional neural networks,” </a:t>
            </a:r>
            <a:r>
              <a:rPr lang="en-US" i="1" dirty="0"/>
              <a:t>IEEE Access</a:t>
            </a:r>
            <a:r>
              <a:rPr lang="en-US" dirty="0"/>
              <a:t>, vol. 9, pp. 34567–34578, Mar. 2021</a:t>
            </a:r>
            <a:r>
              <a:rPr lang="en-US" dirty="0" smtClean="0"/>
              <a:t>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 smtClean="0"/>
              <a:t>[2]. J</a:t>
            </a:r>
            <a:r>
              <a:rPr lang="en-US" dirty="0"/>
              <a:t>. Smith, “Deep learning in agricultural systems,” </a:t>
            </a:r>
            <a:r>
              <a:rPr lang="en-US" i="1" dirty="0"/>
              <a:t>IEEE Transactions on Neural Networks and Learning Systems</a:t>
            </a:r>
            <a:r>
              <a:rPr lang="en-US" dirty="0"/>
              <a:t>, vol. 32, no. 7, pp. 1234–1245, Jul. 2021.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288</Words>
  <Application>Microsoft Office PowerPoint</Application>
  <PresentationFormat>Widescreen</PresentationFormat>
  <Paragraphs>67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Bookman Old Style</vt:lpstr>
      <vt:lpstr>Cambria</vt:lpstr>
      <vt:lpstr>Verdana</vt:lpstr>
      <vt:lpstr>Wingdings</vt:lpstr>
      <vt:lpstr>Bioinformatics</vt:lpstr>
      <vt:lpstr>PROJECT TITLE</vt:lpstr>
      <vt:lpstr>Problem Statement Number: </vt:lpstr>
      <vt:lpstr>Content</vt:lpstr>
      <vt:lpstr>Content (continuation)..</vt:lpstr>
      <vt:lpstr>Analysis of Problem Statement</vt:lpstr>
      <vt:lpstr>Github Link</vt:lpstr>
      <vt:lpstr>Analysis of Problem Statement (contd...)</vt:lpstr>
      <vt:lpstr>Analysis of Problem Statement (contd...)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admin</cp:lastModifiedBy>
  <cp:revision>39</cp:revision>
  <dcterms:modified xsi:type="dcterms:W3CDTF">2025-08-07T03:48:20Z</dcterms:modified>
</cp:coreProperties>
</file>